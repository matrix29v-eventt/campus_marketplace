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CAMPUSKART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Campus-to-Campus Student Marketplace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· Sell · Exchange · Donate · 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essentials, trusted campus network, zero waste.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of Engineering, Trivandrum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828800" cy="23774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₹5,000–15,000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semester spend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textbooks &amp; instruments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1828800" cy="23774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25–50 tonnes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waste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every 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828800" cy="23774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who struggle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material costs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1828800" cy="23774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Campus-specific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marketplaces exist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platform exists where students can buy, sell, exchange, donate, or rent academic items within their own campus community.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2286000"/>
          </a:xfrm>
          <a:prstGeom prst="roundRect">
            <a:avLst>
              <a:gd name="adj" fmla="val 380952"/>
            </a:avLst>
          </a:prstGeom>
          <a:solidFill>
            <a:srgbClr val="F9FAFB"/>
          </a:solidFill>
          <a:ln w="1905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 price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to juniors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20240" cy="2286000"/>
          </a:xfrm>
          <a:prstGeom prst="roundRect">
            <a:avLst>
              <a:gd name="adj" fmla="val 380952"/>
            </a:avLst>
          </a:prstGeom>
          <a:solidFill>
            <a:srgbClr val="F9FAFB"/>
          </a:solidFill>
          <a:ln w="1905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514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peer-to-peer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20240" cy="2286000"/>
          </a:xfrm>
          <a:prstGeom prst="roundRect">
            <a:avLst>
              <a:gd name="adj" fmla="val 380952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away free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those in need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920240" cy="2286000"/>
          </a:xfrm>
          <a:prstGeom prst="roundRect">
            <a:avLst>
              <a:gd name="adj" fmla="val 380952"/>
            </a:avLst>
          </a:prstGeom>
          <a:solidFill>
            <a:srgbClr val="F9FAFB"/>
          </a:solidFill>
          <a:ln w="1905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514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rental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exams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822960"/>
          </a:xfrm>
          <a:prstGeom prst="roundRect">
            <a:avLst>
              <a:gd name="adj" fmla="val 66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College email gating ·  🎓  Academic categories ·  🌱  Sustainability tracking ·  🤖  AI price suggestions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357143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554480"/>
            <a:ext cx="914400" cy="9144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with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name@cet.ac.in)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9669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1371600"/>
            <a:ext cx="2560320" cy="2926080"/>
          </a:xfrm>
          <a:prstGeom prst="roundRect">
            <a:avLst>
              <a:gd name="adj" fmla="val 357143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554480"/>
            <a:ext cx="914400" cy="9144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or Browse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items you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longer need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what you want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9669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560320" cy="2926080"/>
          </a:xfrm>
          <a:prstGeom prst="roundRect">
            <a:avLst>
              <a:gd name="adj" fmla="val 357143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554480"/>
            <a:ext cx="914400" cy="914400"/>
          </a:xfrm>
          <a:prstGeom prst="roundRect">
            <a:avLst>
              <a:gd name="adj" fmla="val 1200000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&amp; Trade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directly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peers and complete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Takes less than 2 minutes to list your first item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8046720" cy="640080"/>
          </a:xfrm>
          <a:prstGeom prst="roundRect">
            <a:avLst>
              <a:gd name="adj" fmla="val 571429"/>
            </a:avLst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Email Gating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325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@college.edu.in addresses can join — creating a trusted, closed campus network with zero spam or outsiders.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40080"/>
          </a:xfrm>
          <a:prstGeom prst="roundRect">
            <a:avLst>
              <a:gd name="adj" fmla="val 57142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391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391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Academic-Centric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0391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and filters built for textbooks, lab records, calculators, drawing instruments — not generic classifieds.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8046720" cy="640080"/>
          </a:xfrm>
          <a:prstGeom prst="roundRect">
            <a:avLst>
              <a:gd name="adj" fmla="val 571429"/>
            </a:avLst>
          </a:prstGeom>
          <a:solidFill>
            <a:srgbClr val="F9F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5234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523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Sustainability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7523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transaction earns Green Points. Real-time dashboard tracks items reused, trees saved, and waste reduced.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8046720" cy="640080"/>
          </a:xfrm>
          <a:prstGeom prst="roundRect">
            <a:avLst>
              <a:gd name="adj" fmla="val 57142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655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46557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Transaction Modes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46557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Sell, exchange, donate, and rent — all in one platform. A student can give away a lab coat, rent a calculator, and trade a textbook.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8046720" cy="640080"/>
          </a:xfrm>
          <a:prstGeom prst="roundRect">
            <a:avLst>
              <a:gd name="adj" fmla="val 571429"/>
            </a:avLst>
          </a:pr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788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1788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Semester Transition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417880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recommendations based on department and year help freshers find exactly what they need for upcoming semesters.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🛠️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· React 19 · Tailwind CSS 4 ·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API Routes · Server Components · Middleware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Prisma ORM · 6 Data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0175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(jsonwebtoken) · bcryptjs · College Email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Vercel-ready · Serverless · Environment Config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2286000" cy="4572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1148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Icons · Cloudinary · CVA · pptxgenjs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· Fully typed · Modular architecture · Ready for multi-campus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2560320"/>
          </a:xfrm>
          <a:prstGeom prst="roundRect">
            <a:avLst>
              <a:gd name="adj" fmla="val 47619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 points for every item reused. Gamified rewards encourage sustainable behavior across campus.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2560320"/>
          </a:xfrm>
          <a:prstGeom prst="roundRect">
            <a:avLst>
              <a:gd name="adj" fmla="val 47619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Reused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textbook, calculator, or instrument that changes hands is one less item in a landfill.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2560320"/>
          </a:xfrm>
          <a:prstGeom prst="roundRect">
            <a:avLst>
              <a:gd name="adj" fmla="val 47619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Trees Saved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= trees. Each reused textbook saves approximately 0.05 trees worth of paper.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2560320"/>
          </a:xfrm>
          <a:prstGeom prst="roundRect">
            <a:avLst>
              <a:gd name="adj" fmla="val 47619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Waste Reduced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560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kg of waste diverted from incineration. Visual dashboard shows real environmental impact.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046720" cy="731520"/>
          </a:xfrm>
          <a:prstGeom prst="roundRect">
            <a:avLst>
              <a:gd name="adj" fmla="val 7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"Every reused textbook is one less tree cut down. Every donated calculator is one less student who struggles."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846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60–80%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savings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materials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student per semester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2377440"/>
          </a:xfrm>
          <a:prstGeom prst="roundRect">
            <a:avLst>
              <a:gd name="adj" fmla="val 3846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 Cr+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Retained in student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pockets annually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campus of 5,000 students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2377440"/>
          </a:xfrm>
          <a:prstGeom prst="roundRect">
            <a:avLst>
              <a:gd name="adj" fmla="val 3846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25–50T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Waste diverted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landfills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tonnes per campus per year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Single-campus pilot → Multi-campus replication → Statewide engineering college network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36576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88720" cy="731520"/>
          </a:xfrm>
          <a:prstGeom prst="roundRect">
            <a:avLst>
              <a:gd name="adj" fmla="val 750000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Campus 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at CET Trivandrum with 5,000+ students. Validate product-market fit, iterate on feedback, build case studies.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88720" cy="731520"/>
          </a:xfrm>
          <a:prstGeom prst="roundRect">
            <a:avLst>
              <a:gd name="adj" fmla="val 750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Multi-Campus Expansion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10+ engineering colleges via domain config. Each campus gets its own isolated marketplace with shared infrastructure.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88720" cy="731520"/>
          </a:xfrm>
          <a:prstGeom prst="roundRect">
            <a:avLst>
              <a:gd name="adj" fmla="val 75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Statewide Network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50+ colleges across Kerala. Enable inter-campus discovery while maintaining campus-level trust boundaries.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88720" cy="731520"/>
          </a:xfrm>
          <a:prstGeom prst="roundRect">
            <a:avLst>
              <a:gd name="adj" fmla="val 75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to 500+ colleges nationwide. Partner with AICTE/UGC for official adoption as the national student marketplace.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supports: Domain-based config · Isolated per-campus data · Central auth · Shared sustainability metrics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Transform Your Campus?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CampusKart movement. Reduce waste. Save money. Build community.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3774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Deploy CampusKart at your college</a:t>
            </a:r>
            <a:pPr algn="ctr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Join as a campus ambassador</a:t>
            </a:r>
            <a:pPr algn="ctr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Contribute on GitHub</a:t>
            </a:r>
            <a:pPr algn="ctr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Reach out: campuskart@cet.ac.in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❤️ by students, for students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CampusKart — Campus-to-Campus Student Marketplace</dc:title>
  <dc:subject>Pitch Deck</dc:subject>
  <dc:creator>CampusKart Team</dc:creator>
  <cp:lastModifiedBy>CampusKart Team</cp:lastModifiedBy>
  <cp:revision>1</cp:revision>
  <dcterms:created xsi:type="dcterms:W3CDTF">2026-06-23T19:18:11Z</dcterms:created>
  <dcterms:modified xsi:type="dcterms:W3CDTF">2026-06-23T19:18:11Z</dcterms:modified>
</cp:coreProperties>
</file>